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173" TargetMode="External"/><Relationship Id="rId3" Type="http://schemas.openxmlformats.org/officeDocument/2006/relationships/hyperlink" Target="http://127.0.0.1:8000/health" TargetMode="External"/><Relationship Id="rId4" Type="http://schemas.openxmlformats.org/officeDocument/2006/relationships/hyperlink" Target="http://127.0.0.1:8000/api/graph/state" TargetMode="Externa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E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1475720" y="6400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5212080" cy="4681728"/>
          </a:xfrm>
          <a:prstGeom prst="rect">
            <a:avLst/>
          </a:prstGeom>
          <a:solidFill>
            <a:srgbClr val="211F1C"/>
          </a:solidFill>
          <a:ln w="12700">
            <a:solidFill>
              <a:srgbClr val="3A37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AI-native audio intelligence for analysis and generation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49300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node editor that turns reference audio into structured analysis, interpretable musical insight, and non-vocal flow-state output.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170432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1F2F31"/>
          </a:solidFill>
          <a:ln w="12700">
            <a:solidFill>
              <a:srgbClr val="355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572768"/>
            <a:ext cx="4937760" cy="987552"/>
          </a:xfrm>
          <a:prstGeom prst="roundRect">
            <a:avLst>
              <a:gd name="adj" fmla="val 5556"/>
            </a:avLst>
          </a:prstGeom>
          <a:solidFill>
            <a:srgbClr val="0C4E54"/>
          </a:solidFill>
          <a:ln w="12700">
            <a:solidFill>
              <a:srgbClr val="4F98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6824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65392" y="189280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 audio file and state an objective in plain English.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2798064"/>
            <a:ext cx="4937760" cy="987552"/>
          </a:xfrm>
          <a:prstGeom prst="roundRect">
            <a:avLst>
              <a:gd name="adj" fmla="val 5556"/>
            </a:avLst>
          </a:prstGeom>
          <a:solidFill>
            <a:srgbClr val="27383A"/>
          </a:solidFill>
          <a:ln w="12700">
            <a:solidFill>
              <a:srgbClr val="3A50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907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65392" y="311810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places and runs spectral, temporal, pitch, onset, and segmentation nodes.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4023360"/>
            <a:ext cx="4937760" cy="987552"/>
          </a:xfrm>
          <a:prstGeom prst="roundRect">
            <a:avLst>
              <a:gd name="adj" fmla="val 5556"/>
            </a:avLst>
          </a:prstGeom>
          <a:solidFill>
            <a:srgbClr val="27383A"/>
          </a:solidFill>
          <a:ln w="12700">
            <a:solidFill>
              <a:srgbClr val="3A50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4133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65392" y="434340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SonAI assembles a soundscape graph and renders a new instrumental output.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6245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• 5-slide overview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1475720" y="6400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workflow gap in modern audio creation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teams still move between disconnected tools for listening, analysis, interpretation, and generation.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audio analysis is fragmented across scripts, plugins, notebooks, and DAWs.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audio tools produce output quickly, but give little structural control over why a result sounds the way it does.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85800" y="3675888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a shared canvas that connects musical evidence to generation decisions in a reproducible workflow.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400800" y="1664208"/>
            <a:ext cx="4983480" cy="3886200"/>
          </a:xfrm>
          <a:prstGeom prst="roundRect">
            <a:avLst>
              <a:gd name="adj" fmla="val 1176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920240"/>
            <a:ext cx="1051560" cy="347472"/>
          </a:xfrm>
          <a:prstGeom prst="roundRect">
            <a:avLst>
              <a:gd name="adj" fmla="val 10526"/>
            </a:avLst>
          </a:prstGeom>
          <a:solidFill>
            <a:srgbClr val="E8F3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200253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0" y="1947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track, stems, corpus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87968" y="2432304"/>
            <a:ext cx="164592" cy="0"/>
          </a:xfrm>
          <a:prstGeom prst="line">
            <a:avLst/>
          </a:prstGeom>
          <a:noFill/>
          <a:ln w="12700">
            <a:solidFill>
              <a:srgbClr val="01696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2688336"/>
            <a:ext cx="1051560" cy="347472"/>
          </a:xfrm>
          <a:prstGeom prst="roundRect">
            <a:avLst>
              <a:gd name="adj" fmla="val 10526"/>
            </a:avLst>
          </a:prstGeom>
          <a:solidFill>
            <a:srgbClr val="F0EE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277063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55280" y="27157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rhythm, pitch, segmentation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87968" y="3200400"/>
            <a:ext cx="164592" cy="0"/>
          </a:xfrm>
          <a:prstGeom prst="line">
            <a:avLst/>
          </a:prstGeom>
          <a:noFill/>
          <a:ln w="12700">
            <a:solidFill>
              <a:srgbClr val="01696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0" y="3456432"/>
            <a:ext cx="1051560" cy="347472"/>
          </a:xfrm>
          <a:prstGeom prst="roundRect">
            <a:avLst>
              <a:gd name="adj" fmla="val 10526"/>
            </a:avLst>
          </a:prstGeom>
          <a:solidFill>
            <a:srgbClr val="F0EE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35387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55280" y="34838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plan and role mapping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87968" y="3968496"/>
            <a:ext cx="164592" cy="0"/>
          </a:xfrm>
          <a:prstGeom prst="line">
            <a:avLst/>
          </a:prstGeom>
          <a:noFill/>
          <a:ln w="12700">
            <a:solidFill>
              <a:srgbClr val="01696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4224528"/>
            <a:ext cx="1051560" cy="347472"/>
          </a:xfrm>
          <a:prstGeom prst="roundRect">
            <a:avLst>
              <a:gd name="adj" fmla="val 10526"/>
            </a:avLst>
          </a:prstGeom>
          <a:solidFill>
            <a:srgbClr val="F0EE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430682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55280" y="4251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Texture, instrument, granular, render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49194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SonAI turns this into one agent-driven canvas instead of four disconnected steps.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1475720" y="6400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732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Product: a natural-language node editor for audio intelligence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provides a file and an objective. The agent constructs the graph, explains each step, and renders output.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0972800" cy="3063240"/>
          </a:xfrm>
          <a:prstGeom prst="roundRect">
            <a:avLst>
              <a:gd name="adj" fmla="val 1493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+ Transform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248716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58775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audio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03580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313639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58444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36850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413308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4233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+ Infer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0" y="248716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258775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stats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303580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313639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358444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6850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/ tonal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413308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4233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+ scene plan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 + Render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83880" y="248716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E8F3F2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11896" y="258775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Binaural layer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83880" y="303580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1896" y="313639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layer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83880" y="358444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11896" y="36850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layer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83880" y="4133088"/>
            <a:ext cx="2834640" cy="365760"/>
          </a:xfrm>
          <a:prstGeom prst="roundRect">
            <a:avLst>
              <a:gd name="adj" fmla="val 10000"/>
            </a:avLst>
          </a:prstGeom>
          <a:solidFill>
            <a:srgbClr val="F7F4E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1896" y="42336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render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79392" y="2971800"/>
            <a:ext cx="347472" cy="0"/>
          </a:xfrm>
          <a:prstGeom prst="line">
            <a:avLst/>
          </a:prstGeom>
          <a:noFill/>
          <a:ln w="12700">
            <a:solidFill>
              <a:srgbClr val="01696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891272" y="2971800"/>
            <a:ext cx="347472" cy="0"/>
          </a:xfrm>
          <a:prstGeom prst="line">
            <a:avLst/>
          </a:prstGeom>
          <a:noFill/>
          <a:ln w="12700">
            <a:solidFill>
              <a:srgbClr val="01696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22960" y="5358384"/>
            <a:ext cx="10607040" cy="658368"/>
          </a:xfrm>
          <a:prstGeom prst="roundRect">
            <a:avLst>
              <a:gd name="adj" fmla="val 4167"/>
            </a:avLst>
          </a:prstGeom>
          <a:solidFill>
            <a:srgbClr val="F5F2EC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5577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14600" y="5504688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graph state, reusable node outputs, and no-vocals-by-design generation make SonAI more controllable than black-box prompt tools.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1475720" y="6400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366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 demo: analysis to output in one graph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run on an uploaded reference track completed the analysis chain, generated a scene plan, and rendered a new WAV file.</a:t>
            </a:r>
            <a:endParaRPr lang="en-US" sz="1250" dirty="0"/>
          </a:p>
        </p:txBody>
      </p:sp>
      <p:pic>
        <p:nvPicPr>
          <p:cNvPr id="6" name="Image 0" descr="/home/user/workspace/step-5-complete-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35508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783080"/>
            <a:ext cx="4434840" cy="3794760"/>
          </a:xfrm>
          <a:prstGeom prst="roundRect">
            <a:avLst>
              <a:gd name="adj" fmla="val 1205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0" y="1874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Observed output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69480" y="226771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track loaded as 325.4s mono audio at 22050 Hz.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69480" y="316382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 surfaced a spectral centroid around 881 Hz and a dominant pitch near 110.6 Hz in A major.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69480" y="405993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completed the graph through MixRender and wrote a real WAV output to disk.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69480" y="4773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26948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stack is live with analysis tools, generation tools, agent orchestration, graph UI, and render output validation.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5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SonAI app</a:t>
            </a:r>
            <a:pPr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Backend health</a:t>
            </a:r>
            <a:pPr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 API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E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11475720" y="6400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9235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SonAI can become the workflow layer for intelligent audio creation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6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starts as a power tool for creators and audio R&amp;D teams, then expands into programmable analysis and generation infrastructure.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429000" cy="3154680"/>
          </a:xfrm>
          <a:prstGeom prst="roundRect">
            <a:avLst>
              <a:gd name="adj" fmla="val 1449"/>
            </a:avLst>
          </a:prstGeom>
          <a:solidFill>
            <a:srgbClr val="1E2627"/>
          </a:solidFill>
          <a:ln w="12700">
            <a:solidFill>
              <a:srgbClr val="3446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1965960"/>
            <a:ext cx="3429000" cy="3154680"/>
          </a:xfrm>
          <a:prstGeom prst="roundRect">
            <a:avLst>
              <a:gd name="adj" fmla="val 1449"/>
            </a:avLst>
          </a:prstGeom>
          <a:solidFill>
            <a:srgbClr val="1E2627"/>
          </a:solidFill>
          <a:ln w="12700">
            <a:solidFill>
              <a:srgbClr val="3446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1965960"/>
            <a:ext cx="3429000" cy="3154680"/>
          </a:xfrm>
          <a:prstGeom prst="roundRect">
            <a:avLst>
              <a:gd name="adj" fmla="val 1449"/>
            </a:avLst>
          </a:prstGeom>
          <a:solidFill>
            <a:srgbClr val="1E2627"/>
          </a:solidFill>
          <a:ln w="12700">
            <a:solidFill>
              <a:srgbClr val="3446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12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52928"/>
            <a:ext cx="2816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Reference-audio analysis, flow-state generation, and reusable node workflows for creators and wellness audio teams.</a:t>
            </a:r>
            <a:endParaRPr lang="en-US" sz="1410" dirty="0"/>
          </a:p>
        </p:txBody>
      </p:sp>
      <p:sp>
        <p:nvSpPr>
          <p:cNvPr id="11" name="Text 9"/>
          <p:cNvSpPr/>
          <p:nvPr/>
        </p:nvSpPr>
        <p:spPr>
          <a:xfrm>
            <a:off x="4663440" y="2212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852928"/>
            <a:ext cx="2816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MCP-native tooling for creative software, agents, and internal audio intelligence pipelines.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8412480" y="2212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thesis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852928"/>
            <a:ext cx="28163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interface between understanding sound and generating controlled audio output.</a:t>
            </a:r>
            <a:endParaRPr lang="en-US" sz="1410" dirty="0"/>
          </a:p>
        </p:txBody>
      </p:sp>
      <p:sp>
        <p:nvSpPr>
          <p:cNvPr id="15" name="Shape 13"/>
          <p:cNvSpPr/>
          <p:nvPr/>
        </p:nvSpPr>
        <p:spPr>
          <a:xfrm>
            <a:off x="868680" y="5468112"/>
            <a:ext cx="10561320" cy="658368"/>
          </a:xfrm>
          <a:prstGeom prst="roundRect">
            <a:avLst>
              <a:gd name="adj" fmla="val 4167"/>
            </a:avLst>
          </a:prstGeom>
          <a:solidFill>
            <a:srgbClr val="202927"/>
          </a:solidFill>
          <a:ln w="12700">
            <a:solidFill>
              <a:srgbClr val="3446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6692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conversation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5577840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D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this into a raise-ready version with market sizing, go-to-market milestones, and a funding ask tailored to your stage.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SonAI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SonAI investor deck</dc:title>
  <dc:subject>SonAI investor pitch deck</dc:subject>
  <dc:creator>Perplexity Computer</dc:creator>
  <cp:lastModifiedBy>Perplexity Computer</cp:lastModifiedBy>
  <cp:revision>1</cp:revision>
  <dcterms:created xsi:type="dcterms:W3CDTF">2026-03-15T10:41:34Z</dcterms:created>
  <dcterms:modified xsi:type="dcterms:W3CDTF">2026-03-15T10:41:34Z</dcterms:modified>
</cp:coreProperties>
</file>